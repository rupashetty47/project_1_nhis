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187D-0172-4E08-29D1-8916CE15E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412C0-F4B8-2E69-73A5-D931E00D1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85608-BCC7-C457-B7F9-0136DE983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5EF45-68FC-A5FF-E30A-F78840DE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43F4-47B7-22FB-BDBA-A831B41C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24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C377-C20B-288C-AFB8-16D77BB11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B18C0-2106-92B7-9FF8-E1C53E49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EFC9B-51AC-1831-BE23-E4CED279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02F97-57A1-04C2-4243-D325AC4B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319E5-5E6F-F464-F689-285A0A1F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0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B5BF-0E79-B034-63E3-D4576CE7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5CFA2-F19F-24DF-0F8F-10C3F72AD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9942D-9CD3-A627-6929-6EF6D782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283C6-950C-A3F6-3400-914FE2D0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8E286-D32E-AA04-368C-598D55B55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2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C08C-2023-263A-B3B2-A5AAB67D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5239E-D7F5-8F5E-EDAB-E4A51AA08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C1EBA-33DA-499C-9909-6269B9506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61E89-BE44-689C-91F9-D31DF702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BA7EC-A996-387E-CA01-36ACCB249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3EAB8-6F2F-442D-28D1-BC00C7BA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1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A748-F815-8EC7-CEBE-29D258B83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53E39-4DF1-40BA-4BDC-8CCC6E6B5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264EB-09AD-8243-61C4-FD1BD65EB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3734D-766A-3D9A-14E7-253E3F895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213CA-E456-A438-3BE9-58DDF0DDF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16DCDF-3AA3-D3AB-C451-AFFFCF91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AABAC2-1A01-FCF4-3FAB-375D776D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7085F-A817-6A0E-D01E-F53AD7EE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4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00C8-F226-01D3-295A-8B4DFEDB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B104A-B0D0-BCFE-FF6C-E71C2FE42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FFF65-8ECE-4134-AE03-7AC976C26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088E8-A9EF-BD6F-8DA0-DB4AD3F12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1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B60A4-B47C-68EE-BDF3-82E67A79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7BFE9-B79C-153B-C61C-7495BD33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7A281-0780-A0AE-DC66-C0F2E84B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4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C3638-7CFA-429B-1B9C-A38B4BA06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605EE-F281-DF7A-49F1-1EDDA0541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E1F7A-1D6D-CBAB-666F-8B1A21B11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24B2B-568A-46E3-82E5-E99D79B7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C373A-4418-F46C-EA5C-C6906DA1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317AE-C72B-A915-3F71-9B716A31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25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FA2A-33D6-D3D7-F613-5F0499181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FAA19-A2CA-12EC-2FD1-650F5B50E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61636-E143-E69E-CF00-2BDEB9124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A4ECF-7337-705D-C9DD-AEE50FF0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C0324-9268-CE3B-DDFB-6DF1A921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FC966-69BB-91E7-C609-D305EB1A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7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E621-788C-939F-C82B-896E8554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4B402-4153-A233-24ED-B893A8EB7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9B368-4F44-9BEB-0D9C-B6B87B241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1FB28-B84D-C6EB-B9C6-81EECCA4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A4032-C7A8-5FAE-9C41-328436CE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10CC79-8A81-0D5D-697D-891BCA236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D62D1-D909-C7B6-3F69-79DBF9D3B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9A2FA-650D-DC94-9E76-0F23E807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D894-4286-0927-7D18-FAD773DD8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68750-3A84-9306-C4D1-1B33A3AF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3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98717F-7510-572D-17E9-D1155DFF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5D782-C8AA-CD9E-3E88-DFCC82719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F69F0-2E12-5FB7-099A-F84498560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FB00B-696E-4833-8384-55B70FADE62C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B3869-F828-F408-C4BF-726CCC089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1E881-35E9-4C2E-7A4E-8144AA5FF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E6783-1C26-4B74-90ED-5DCFFE92EE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7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122C5-ABA8-E969-38CE-4EEFACFA6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4249"/>
            <a:ext cx="9144000" cy="2387600"/>
          </a:xfrm>
        </p:spPr>
        <p:txBody>
          <a:bodyPr/>
          <a:lstStyle/>
          <a:p>
            <a:r>
              <a:rPr lang="en-US" dirty="0"/>
              <a:t>NextHikes IT Solutions</a:t>
            </a:r>
          </a:p>
        </p:txBody>
      </p:sp>
    </p:spTree>
    <p:extLst>
      <p:ext uri="{BB962C8B-B14F-4D97-AF65-F5344CB8AC3E}">
        <p14:creationId xmlns:p14="http://schemas.microsoft.com/office/powerpoint/2010/main" val="3810732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FF8F-5C93-8029-0551-BF88247D5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2" y="452211"/>
            <a:ext cx="10515600" cy="1325563"/>
          </a:xfrm>
        </p:spPr>
        <p:txBody>
          <a:bodyPr/>
          <a:lstStyle/>
          <a:p>
            <a:r>
              <a:rPr lang="en-US" dirty="0"/>
              <a:t>                     Dataset 1+ Dataset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52A3A1-4963-7D3F-B534-BD30D3E96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342" y="1883228"/>
            <a:ext cx="10243457" cy="4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24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429AF-C7A9-9F85-C54D-9AD17FBF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Dataset 1+ Dataset 2 +Dataset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3EAA34-B292-BD1D-BA42-C5BB1913B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1229" y="2102546"/>
            <a:ext cx="9982200" cy="40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84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DF05-6A7C-57D3-9297-674042F6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Pivot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E91F1C-9D6C-9AE8-5FAB-B40890349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064" y="1992086"/>
            <a:ext cx="9169871" cy="395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3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FF3A-A97C-1F4C-2FAB-474DDEC9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F197DB-B414-6D5E-52D2-B6E363DE6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59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77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3280-53F9-A87D-00A9-0856328E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ABE90-7AA6-C45A-9B59-F9BBD9AA7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2141537"/>
            <a:ext cx="10515600" cy="4351338"/>
          </a:xfrm>
        </p:spPr>
        <p:txBody>
          <a:bodyPr/>
          <a:lstStyle/>
          <a:p>
            <a:r>
              <a:rPr lang="en-US" dirty="0"/>
              <a:t>Performed an analysis on the growth over the year 2011.</a:t>
            </a:r>
          </a:p>
          <a:p>
            <a:r>
              <a:rPr lang="en-US" dirty="0"/>
              <a:t>Registered user rent far more than the casual users.</a:t>
            </a:r>
          </a:p>
          <a:p>
            <a:r>
              <a:rPr lang="en-US" dirty="0"/>
              <a:t>High Demand during morning and evening hours.</a:t>
            </a:r>
          </a:p>
          <a:p>
            <a:r>
              <a:rPr lang="en-US" dirty="0"/>
              <a:t>Temperature/Weather usually correlate with increased rentals,</a:t>
            </a:r>
          </a:p>
          <a:p>
            <a:pPr marL="0" indent="0">
              <a:buNone/>
            </a:pPr>
            <a:r>
              <a:rPr lang="en-US" dirty="0"/>
              <a:t>    rain significantly deters usage.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88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BE19-A4AE-DED8-D92C-F6DD6FD5C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Actionable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858D5-37F3-B8FD-C2D3-FA42103AB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911"/>
            <a:ext cx="10515600" cy="4351338"/>
          </a:xfrm>
        </p:spPr>
        <p:txBody>
          <a:bodyPr/>
          <a:lstStyle/>
          <a:p>
            <a:r>
              <a:rPr lang="en-US" dirty="0"/>
              <a:t>Marketing: Target casual riders with weekend packages or promotions during good weather.</a:t>
            </a:r>
          </a:p>
          <a:p>
            <a:r>
              <a:rPr lang="en-US" dirty="0"/>
              <a:t>Resource optimization: Predict demand to ensure bikes are available where needed especially during peak </a:t>
            </a:r>
            <a:r>
              <a:rPr lang="en-US" dirty="0" err="1"/>
              <a:t>jours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2015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69F7-7944-92D7-B135-A678920E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8725"/>
            <a:ext cx="10515600" cy="1325563"/>
          </a:xfrm>
        </p:spPr>
        <p:txBody>
          <a:bodyPr/>
          <a:lstStyle/>
          <a:p>
            <a:r>
              <a:rPr lang="en-US" dirty="0"/>
              <a:t>      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013616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105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NextHikes IT Solutions</vt:lpstr>
      <vt:lpstr>                     Dataset 1+ Dataset 2</vt:lpstr>
      <vt:lpstr>               Dataset 1+ Dataset 2 +Dataset 3</vt:lpstr>
      <vt:lpstr>                                Pivot Table</vt:lpstr>
      <vt:lpstr>                                 Dashboard</vt:lpstr>
      <vt:lpstr>Data Insights</vt:lpstr>
      <vt:lpstr>Actionable Insight</vt:lpstr>
      <vt:lpstr>     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Shetty, Rupa</dc:creator>
  <cp:lastModifiedBy>Vishal Shetty, Rupa</cp:lastModifiedBy>
  <cp:revision>4</cp:revision>
  <dcterms:created xsi:type="dcterms:W3CDTF">2026-01-18T11:05:24Z</dcterms:created>
  <dcterms:modified xsi:type="dcterms:W3CDTF">2026-01-18T11:54:10Z</dcterms:modified>
</cp:coreProperties>
</file>